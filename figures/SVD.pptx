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ig text">
    <p:bg>
      <p:bgPr>
        <a:solidFill>
          <a:srgbClr val="5D5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body" sz="quarter" idx="13"/>
          </p:nvPr>
        </p:nvSpPr>
        <p:spPr>
          <a:xfrm>
            <a:off x="2691148" y="3448050"/>
            <a:ext cx="7620001" cy="2844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70000"/>
              </a:lnSpc>
              <a:spcBef>
                <a:spcPts val="0"/>
              </a:spcBef>
              <a:buSzTx/>
              <a:buNone/>
              <a:defRPr sz="18000">
                <a:solidFill>
                  <a:srgbClr val="00D0D6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</a:lstStyle>
          <a:p>
            <a:pPr/>
            <a:r>
              <a:t>big title</a:t>
            </a:r>
          </a:p>
        </p:txBody>
      </p:sp>
      <p:sp>
        <p:nvSpPr>
          <p:cNvPr id="118" name="Shape 118"/>
          <p:cNvSpPr/>
          <p:nvPr>
            <p:ph type="sldNum" sz="quarter" idx="2"/>
          </p:nvPr>
        </p:nvSpPr>
        <p:spPr>
          <a:xfrm>
            <a:off x="6324600" y="9258300"/>
            <a:ext cx="342900" cy="368300"/>
          </a:xfrm>
          <a:prstGeom prst="rect">
            <a:avLst/>
          </a:prstGeom>
        </p:spPr>
        <p:txBody>
          <a:bodyPr/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SVD-2-00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4932" y="408960"/>
            <a:ext cx="6671475" cy="29970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SVD-2-002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97149" y="3104699"/>
            <a:ext cx="9074037" cy="6783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4760 -0.170371" origin="layout" pathEditMode="relative">
                                      <p:cBhvr>
                                        <p:cTn id="6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Class="exit" nodeType="afterEffect" presetSubtype="0" presetID="1" grpId="2" fill="hold">
                                  <p:stCondLst>
                                    <p:cond delay="2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7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SVD-2-00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68907" y="1712097"/>
            <a:ext cx="8466986" cy="63294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SVD-2-00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3579" y="789496"/>
            <a:ext cx="9577642" cy="75484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SVD-3-00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3660" y="-167101"/>
            <a:ext cx="9969493" cy="85687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SVD-3-00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1451" y="636696"/>
            <a:ext cx="11191750" cy="78600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SVD-3-00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567" y="400033"/>
            <a:ext cx="3855886" cy="1265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SVD-3-004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64303" y="1602165"/>
            <a:ext cx="11116435" cy="75144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SVD-3-00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567" y="400033"/>
            <a:ext cx="3855886" cy="12657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SVD-3-005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23958" y="817180"/>
            <a:ext cx="10528670" cy="84011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SVD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7705" y="2343361"/>
            <a:ext cx="11624179" cy="5066878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Shape 145"/>
          <p:cNvSpPr/>
          <p:nvPr/>
        </p:nvSpPr>
        <p:spPr>
          <a:xfrm>
            <a:off x="2770453" y="1429630"/>
            <a:ext cx="9795502" cy="599155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6" name="Shape 146"/>
          <p:cNvSpPr/>
          <p:nvPr/>
        </p:nvSpPr>
        <p:spPr>
          <a:xfrm>
            <a:off x="2738170" y="1556630"/>
            <a:ext cx="7003967" cy="684400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 p14:dur="100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6" grpId="2"/>
      <p:bldP build="whole" bldLvl="1" animBg="1" rev="0" advAuto="0" spid="14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SVD-W-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98677" y="1763997"/>
            <a:ext cx="9807446" cy="6225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 p14:dur="1000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